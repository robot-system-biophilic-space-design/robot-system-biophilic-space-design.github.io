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"/>
  </p:notesMasterIdLst>
  <p:sldIdLst>
    <p:sldId id="2076137745" r:id="rId2"/>
    <p:sldId id="2076137746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31"/>
    <p:restoredTop sz="94635"/>
  </p:normalViewPr>
  <p:slideViewPr>
    <p:cSldViewPr snapToGrid="0">
      <p:cViewPr varScale="1">
        <p:scale>
          <a:sx n="110" d="100"/>
          <a:sy n="110" d="100"/>
        </p:scale>
        <p:origin x="10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BE00E-E462-4C44-BFFD-23653394C404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E0574-8EE5-9946-9378-940490BA057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6758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/>
          <p:cNvSpPr>
            <a:spLocks noGrp="1"/>
          </p:cNvSpPr>
          <p:nvPr>
            <p:ph type="ctrTitle"/>
          </p:nvPr>
        </p:nvSpPr>
        <p:spPr>
          <a:xfrm>
            <a:off x="1000370" y="1160748"/>
            <a:ext cx="10191261" cy="1476164"/>
          </a:xfrm>
          <a:prstGeom prst="rect">
            <a:avLst/>
          </a:prstGeom>
          <a:noFill/>
        </p:spPr>
        <p:txBody>
          <a:bodyPr anchor="t" anchorCtr="0"/>
          <a:lstStyle>
            <a:lvl1pPr algn="r">
              <a:lnSpc>
                <a:spcPct val="120000"/>
              </a:lnSpc>
              <a:defRPr sz="3692" b="1">
                <a:solidFill>
                  <a:schemeClr val="bg1"/>
                </a:solidFill>
              </a:defRPr>
            </a:lvl1pPr>
          </a:lstStyle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78040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 bwMode="auto">
          <a:xfrm>
            <a:off x="1" y="3265655"/>
            <a:ext cx="2905492" cy="326693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rtlCol="0" anchor="ctr">
            <a:spAutoFit/>
          </a:bodyPr>
          <a:lstStyle/>
          <a:p>
            <a:pPr marL="334116" indent="-334116" algn="ctr">
              <a:lnSpc>
                <a:spcPct val="120000"/>
              </a:lnSpc>
              <a:spcBef>
                <a:spcPts val="1108"/>
              </a:spcBef>
              <a:spcAft>
                <a:spcPts val="554"/>
              </a:spcAft>
              <a:buFont typeface="Wingdings" pitchFamily="2" charset="2"/>
              <a:buChar char="l"/>
            </a:pPr>
            <a:endParaRPr kumimoji="1" lang="ja-JP" altLang="en-US" sz="1846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 userDrawn="1">
            <p:ph type="title"/>
          </p:nvPr>
        </p:nvSpPr>
        <p:spPr bwMode="white">
          <a:xfrm>
            <a:off x="335360" y="152636"/>
            <a:ext cx="11521280" cy="396044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7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04842" y="6592269"/>
            <a:ext cx="787836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800" b="1">
                <a:solidFill>
                  <a:schemeClr val="accent6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7342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サブタイトル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127055" y="3104964"/>
            <a:ext cx="8818211" cy="720080"/>
          </a:xfrm>
          <a:prstGeom prst="rect">
            <a:avLst/>
          </a:prstGeom>
        </p:spPr>
        <p:txBody>
          <a:bodyPr/>
          <a:lstStyle>
            <a:lvl1pPr algn="l">
              <a:defRPr sz="2954">
                <a:solidFill>
                  <a:schemeClr val="tx2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13845" y="6592269"/>
            <a:ext cx="778832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800" b="1">
                <a:solidFill>
                  <a:schemeClr val="accent6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63687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（フリー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04842" y="6592269"/>
            <a:ext cx="787836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800" b="1">
                <a:solidFill>
                  <a:schemeClr val="accent6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2" name="タイトル 11"/>
          <p:cNvSpPr>
            <a:spLocks noGrp="1"/>
          </p:cNvSpPr>
          <p:nvPr>
            <p:ph type="title"/>
          </p:nvPr>
        </p:nvSpPr>
        <p:spPr>
          <a:xfrm>
            <a:off x="335360" y="71670"/>
            <a:ext cx="11521280" cy="711026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31919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（箇条書き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04842" y="6592269"/>
            <a:ext cx="787836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800" b="1">
                <a:solidFill>
                  <a:schemeClr val="accent6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sp>
        <p:nvSpPr>
          <p:cNvPr id="14" name="テキスト プレースホルダ 2"/>
          <p:cNvSpPr>
            <a:spLocks noGrp="1"/>
          </p:cNvSpPr>
          <p:nvPr>
            <p:ph idx="1" hasCustomPrompt="1"/>
          </p:nvPr>
        </p:nvSpPr>
        <p:spPr>
          <a:xfrm>
            <a:off x="335360" y="908722"/>
            <a:ext cx="11517349" cy="5575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35639" indent="-335639">
              <a:lnSpc>
                <a:spcPct val="120000"/>
              </a:lnSpc>
              <a:spcBef>
                <a:spcPts val="1108"/>
              </a:spcBef>
              <a:spcAft>
                <a:spcPts val="554"/>
              </a:spcAft>
              <a:buClr>
                <a:schemeClr val="tx2">
                  <a:lumMod val="75000"/>
                </a:schemeClr>
              </a:buClr>
              <a:buFont typeface="Wingdings" pitchFamily="2" charset="2"/>
              <a:buChar char="l"/>
              <a:defRPr sz="2400">
                <a:solidFill>
                  <a:schemeClr val="accent6"/>
                </a:solidFill>
              </a:defRPr>
            </a:lvl1pPr>
            <a:lvl2pPr marL="531706" indent="-262530" algn="l">
              <a:lnSpc>
                <a:spcPct val="120000"/>
              </a:lnSpc>
              <a:spcAft>
                <a:spcPts val="554"/>
              </a:spcAft>
              <a:buClr>
                <a:schemeClr val="tx2">
                  <a:lumMod val="75000"/>
                </a:schemeClr>
              </a:buClr>
              <a:buFont typeface="Wingdings" pitchFamily="2" charset="2"/>
              <a:buChar char="ü"/>
              <a:defRPr sz="2000" baseline="0">
                <a:solidFill>
                  <a:schemeClr val="accent6"/>
                </a:solidFill>
              </a:defRPr>
            </a:lvl2pPr>
            <a:lvl3pPr marL="1129832" indent="-285750"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Ø"/>
              <a:defRPr sz="1800">
                <a:solidFill>
                  <a:schemeClr val="accent6"/>
                </a:solidFill>
              </a:defRPr>
            </a:lvl3pPr>
            <a:lvl4pPr>
              <a:buFont typeface="Wingdings" pitchFamily="2" charset="2"/>
              <a:buNone/>
              <a:defRPr/>
            </a:lvl4pPr>
            <a:lvl5pPr>
              <a:buFont typeface="Wingdings" pitchFamily="2" charset="2"/>
              <a:buChar char="l"/>
              <a:defRPr/>
            </a:lvl5pPr>
            <a:lvl6pPr>
              <a:defRPr/>
            </a:lvl6pPr>
          </a:lstStyle>
          <a:p>
            <a:pPr lvl="0"/>
            <a:r>
              <a:rPr kumimoji="1" lang="ja-JP" altLang="en-US" dirty="0"/>
              <a:t>マスタ テキストの書式設定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レベル</a:t>
            </a:r>
            <a:endParaRPr kumimoji="1" lang="en-US" altLang="ja-JP" dirty="0"/>
          </a:p>
        </p:txBody>
      </p:sp>
      <p:sp>
        <p:nvSpPr>
          <p:cNvPr id="27" name="タイトル 11"/>
          <p:cNvSpPr>
            <a:spLocks noGrp="1"/>
          </p:cNvSpPr>
          <p:nvPr>
            <p:ph type="title"/>
          </p:nvPr>
        </p:nvSpPr>
        <p:spPr>
          <a:xfrm>
            <a:off x="335360" y="71670"/>
            <a:ext cx="11521280" cy="711026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295279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ブランク（ベースカラー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04842" y="6592269"/>
            <a:ext cx="787836" cy="25711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800" b="1">
                <a:solidFill>
                  <a:schemeClr val="accent6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defRPr>
            </a:lvl1pPr>
          </a:lstStyle>
          <a:p>
            <a:fld id="{FB3508C7-2FE0-4945-9CBD-863E05F850D2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8572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:\Work\999_各種業務系テンプレート\TamukohLab\thankyou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2157047" y="1268760"/>
            <a:ext cx="7877908" cy="15335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9743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251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dt="0"/>
  <p:txStyles>
    <p:titleStyle>
      <a:lvl1pPr algn="l" defTabSz="844083" rtl="0" eaLnBrk="1" latinLnBrk="0" hangingPunct="1">
        <a:spcBef>
          <a:spcPct val="0"/>
        </a:spcBef>
        <a:buNone/>
        <a:defRPr kumimoji="1" sz="2800" kern="1200">
          <a:solidFill>
            <a:schemeClr val="accent6"/>
          </a:solidFill>
          <a:latin typeface="メイリオ" pitchFamily="50" charset="-128"/>
          <a:ea typeface="メイリオ" pitchFamily="50" charset="-128"/>
          <a:cs typeface="メイリオ" pitchFamily="50" charset="-128"/>
        </a:defRPr>
      </a:lvl1pPr>
    </p:titleStyle>
    <p:bodyStyle>
      <a:lvl1pPr marL="316531" indent="-316531" algn="l" defTabSz="844083" rtl="0" eaLnBrk="1" latinLnBrk="0" hangingPunct="1">
        <a:spcBef>
          <a:spcPct val="20000"/>
        </a:spcBef>
        <a:buFont typeface="Arial" pitchFamily="34" charset="0"/>
        <a:buChar char="•"/>
        <a:defRPr kumimoji="1" sz="2954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defTabSz="844083" rtl="0" eaLnBrk="1" latinLnBrk="0" hangingPunct="1">
        <a:spcBef>
          <a:spcPct val="20000"/>
        </a:spcBef>
        <a:buFont typeface="Arial" pitchFamily="34" charset="0"/>
        <a:buChar char="–"/>
        <a:defRPr kumimoji="1" sz="258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kumimoji="1"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0" hangingPunct="1">
        <a:spcBef>
          <a:spcPct val="20000"/>
        </a:spcBef>
        <a:buFont typeface="Arial" pitchFamily="34" charset="0"/>
        <a:buChar char="–"/>
        <a:defRPr kumimoji="1"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0" hangingPunct="1">
        <a:spcBef>
          <a:spcPct val="20000"/>
        </a:spcBef>
        <a:buFont typeface="Arial" pitchFamily="34" charset="0"/>
        <a:buChar char="»"/>
        <a:defRPr kumimoji="1"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kumimoji="1"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kumimoji="1"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kumimoji="1"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kumimoji="1"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kumimoji="1"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AE1AC-BF2E-3D1E-718E-FB403EDE3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屋内, 天井, 人, 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81315700-C548-C609-65AE-3EBB5B77D5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090" b="11117"/>
          <a:stretch>
            <a:fillRect/>
          </a:stretch>
        </p:blipFill>
        <p:spPr>
          <a:xfrm>
            <a:off x="2554565" y="1155451"/>
            <a:ext cx="6890496" cy="4041582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3" name="上矢印 2">
            <a:extLst>
              <a:ext uri="{FF2B5EF4-FFF2-40B4-BE49-F238E27FC236}">
                <a16:creationId xmlns:a16="http://schemas.microsoft.com/office/drawing/2014/main" id="{827F7C25-A603-0117-0031-DE94B01E00B3}"/>
              </a:ext>
            </a:extLst>
          </p:cNvPr>
          <p:cNvSpPr/>
          <p:nvPr/>
        </p:nvSpPr>
        <p:spPr bwMode="auto">
          <a:xfrm flipH="1">
            <a:off x="5794376" y="1972271"/>
            <a:ext cx="412891" cy="911739"/>
          </a:xfrm>
          <a:prstGeom prst="upArrow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361950" indent="-361950" algn="ctr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l"/>
            </a:pPr>
            <a:endParaRPr kumimoji="1" lang="ja-JP" altLang="en-US" sz="20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5AC363B-CE9F-A89B-9410-B1302D0EC2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3508C7-2FE0-4945-9CBD-863E05F850D2}" type="slidenum">
              <a:rPr kumimoji="1" lang="ja-JP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</a:endParaRPr>
          </a:p>
        </p:txBody>
      </p:sp>
      <p:sp>
        <p:nvSpPr>
          <p:cNvPr id="24" name="角丸四角形 23">
            <a:extLst>
              <a:ext uri="{FF2B5EF4-FFF2-40B4-BE49-F238E27FC236}">
                <a16:creationId xmlns:a16="http://schemas.microsoft.com/office/drawing/2014/main" id="{84254626-AF90-0BA1-2918-6D64BE6C12FB}"/>
              </a:ext>
            </a:extLst>
          </p:cNvPr>
          <p:cNvSpPr/>
          <p:nvPr/>
        </p:nvSpPr>
        <p:spPr bwMode="auto">
          <a:xfrm>
            <a:off x="5407593" y="1484433"/>
            <a:ext cx="1238673" cy="41289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ja-JP" b="1" dirty="0">
                <a:solidFill>
                  <a:srgbClr val="92D050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Human</a:t>
            </a:r>
            <a:endParaRPr kumimoji="1" lang="ja-JP" altLang="en-US" b="1" dirty="0">
              <a:solidFill>
                <a:srgbClr val="92D050"/>
              </a:solidFill>
              <a:latin typeface="Segoe UI" panose="020B0502040204020203" pitchFamily="34" charset="0"/>
              <a:ea typeface="BIZ UDGothic" panose="020B0400000000000000" pitchFamily="49" charset="-128"/>
              <a:cs typeface="Segoe UI" panose="020B0502040204020203" pitchFamily="34" charset="0"/>
            </a:endParaRPr>
          </a:p>
        </p:txBody>
      </p:sp>
      <p:sp>
        <p:nvSpPr>
          <p:cNvPr id="25" name="角丸四角形 24">
            <a:extLst>
              <a:ext uri="{FF2B5EF4-FFF2-40B4-BE49-F238E27FC236}">
                <a16:creationId xmlns:a16="http://schemas.microsoft.com/office/drawing/2014/main" id="{84DE181D-61A4-BA18-3E51-DF05B9708B0B}"/>
              </a:ext>
            </a:extLst>
          </p:cNvPr>
          <p:cNvSpPr/>
          <p:nvPr/>
        </p:nvSpPr>
        <p:spPr bwMode="auto">
          <a:xfrm>
            <a:off x="3117271" y="2889404"/>
            <a:ext cx="1238673" cy="41289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ja-JP" b="1" dirty="0">
                <a:solidFill>
                  <a:srgbClr val="92D050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Plant</a:t>
            </a:r>
            <a:endParaRPr kumimoji="1" lang="ja-JP" altLang="en-US" b="1" dirty="0">
              <a:solidFill>
                <a:srgbClr val="92D050"/>
              </a:solidFill>
              <a:latin typeface="Segoe UI" panose="020B0502040204020203" pitchFamily="34" charset="0"/>
              <a:ea typeface="BIZ UDGothic" panose="020B0400000000000000" pitchFamily="49" charset="-128"/>
              <a:cs typeface="Segoe UI" panose="020B0502040204020203" pitchFamily="34" charset="0"/>
            </a:endParaRPr>
          </a:p>
        </p:txBody>
      </p:sp>
      <p:sp>
        <p:nvSpPr>
          <p:cNvPr id="26" name="角丸四角形 25">
            <a:extLst>
              <a:ext uri="{FF2B5EF4-FFF2-40B4-BE49-F238E27FC236}">
                <a16:creationId xmlns:a16="http://schemas.microsoft.com/office/drawing/2014/main" id="{D4031899-5B4F-BC15-E7AE-A3BA22020A03}"/>
              </a:ext>
            </a:extLst>
          </p:cNvPr>
          <p:cNvSpPr/>
          <p:nvPr/>
        </p:nvSpPr>
        <p:spPr bwMode="auto">
          <a:xfrm>
            <a:off x="7652394" y="2884009"/>
            <a:ext cx="1238673" cy="41289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ja-JP" b="1" dirty="0">
                <a:solidFill>
                  <a:srgbClr val="92D050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Robot</a:t>
            </a:r>
            <a:endParaRPr kumimoji="1" lang="ja-JP" altLang="en-US" b="1" dirty="0">
              <a:solidFill>
                <a:srgbClr val="92D050"/>
              </a:solidFill>
              <a:latin typeface="Segoe UI" panose="020B0502040204020203" pitchFamily="34" charset="0"/>
              <a:ea typeface="BIZ UDGothic" panose="020B0400000000000000" pitchFamily="49" charset="-128"/>
              <a:cs typeface="Segoe UI" panose="020B0502040204020203" pitchFamily="34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3BB6227-C121-8CF2-68A5-FF249C97B8B6}"/>
              </a:ext>
            </a:extLst>
          </p:cNvPr>
          <p:cNvSpPr txBox="1"/>
          <p:nvPr/>
        </p:nvSpPr>
        <p:spPr>
          <a:xfrm>
            <a:off x="2743812" y="1880706"/>
            <a:ext cx="2552684" cy="696435"/>
          </a:xfrm>
          <a:prstGeom prst="rect">
            <a:avLst/>
          </a:prstGeom>
          <a:solidFill>
            <a:srgbClr val="FFFFFF">
              <a:alpha val="79608"/>
            </a:srgbClr>
          </a:solidFill>
          <a:effectLst>
            <a:softEdge rad="63500"/>
          </a:effectLst>
        </p:spPr>
        <p:txBody>
          <a:bodyPr wrap="non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" altLang="ja-JP" sz="1400" dirty="0">
                <a:solidFill>
                  <a:schemeClr val="accent6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Enhancement of humans’</a:t>
            </a:r>
            <a:br>
              <a:rPr lang="en" altLang="ja-JP" sz="1400" dirty="0">
                <a:solidFill>
                  <a:schemeClr val="accent6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</a:br>
            <a:r>
              <a:rPr lang="en" altLang="ja-JP" sz="1400" dirty="0">
                <a:solidFill>
                  <a:schemeClr val="accent6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health &amp; comfort by plants</a:t>
            </a:r>
            <a:endParaRPr lang="en-US" altLang="ja-JP" sz="1400" dirty="0">
              <a:solidFill>
                <a:schemeClr val="accent6"/>
              </a:solidFill>
              <a:latin typeface="Segoe UI" panose="020B0502040204020203" pitchFamily="34" charset="0"/>
              <a:ea typeface="BIZ UDGothic" panose="020B0400000000000000" pitchFamily="49" charset="-128"/>
              <a:cs typeface="Segoe UI" panose="020B0502040204020203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CBD24A4-2608-D39A-6816-7BCCB0A0E8F6}"/>
              </a:ext>
            </a:extLst>
          </p:cNvPr>
          <p:cNvSpPr txBox="1"/>
          <p:nvPr/>
        </p:nvSpPr>
        <p:spPr>
          <a:xfrm>
            <a:off x="6754254" y="1893443"/>
            <a:ext cx="2552684" cy="690697"/>
          </a:xfrm>
          <a:prstGeom prst="rect">
            <a:avLst/>
          </a:prstGeom>
          <a:solidFill>
            <a:srgbClr val="FFFFFF">
              <a:alpha val="79608"/>
            </a:srgbClr>
          </a:solidFill>
          <a:effectLst>
            <a:softEdge rad="63500"/>
          </a:effectLst>
        </p:spPr>
        <p:txBody>
          <a:bodyPr wrap="non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" altLang="ja-JP" sz="1400" dirty="0">
                <a:solidFill>
                  <a:schemeClr val="accent6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Prediction of human </a:t>
            </a:r>
          </a:p>
          <a:p>
            <a:pPr algn="ctr">
              <a:lnSpc>
                <a:spcPct val="120000"/>
              </a:lnSpc>
            </a:pPr>
            <a:r>
              <a:rPr lang="en" altLang="ja-JP" sz="1400" dirty="0">
                <a:solidFill>
                  <a:schemeClr val="accent6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emotions &amp; comfort</a:t>
            </a:r>
            <a:endParaRPr lang="en-US" altLang="ja-JP" sz="1400" dirty="0">
              <a:solidFill>
                <a:schemeClr val="accent6"/>
              </a:solidFill>
              <a:latin typeface="Segoe UI" panose="020B0502040204020203" pitchFamily="34" charset="0"/>
              <a:ea typeface="BIZ UDGothic" panose="020B0400000000000000" pitchFamily="49" charset="-128"/>
              <a:cs typeface="Segoe UI" panose="020B0502040204020203" pitchFamily="34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59651B6-754E-C5EC-257D-CD4A2AB3B613}"/>
              </a:ext>
            </a:extLst>
          </p:cNvPr>
          <p:cNvSpPr txBox="1"/>
          <p:nvPr/>
        </p:nvSpPr>
        <p:spPr>
          <a:xfrm>
            <a:off x="3882410" y="4298551"/>
            <a:ext cx="4234804" cy="482136"/>
          </a:xfrm>
          <a:prstGeom prst="rect">
            <a:avLst/>
          </a:prstGeom>
          <a:solidFill>
            <a:srgbClr val="FFFFFF">
              <a:alpha val="79608"/>
            </a:srgbClr>
          </a:solidFill>
          <a:effectLst>
            <a:softEdge rad="63500"/>
          </a:effectLst>
        </p:spPr>
        <p:txBody>
          <a:bodyPr wrap="non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" altLang="ja-JP" sz="1400" dirty="0">
                <a:solidFill>
                  <a:schemeClr val="accent6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Automatic maintenance of biophilic spaces</a:t>
            </a:r>
            <a:endParaRPr lang="en-US" altLang="ja-JP" sz="1400" dirty="0">
              <a:solidFill>
                <a:schemeClr val="accent6"/>
              </a:solidFill>
              <a:latin typeface="Segoe UI" panose="020B0502040204020203" pitchFamily="34" charset="0"/>
              <a:ea typeface="BIZ UDGothic" panose="020B0400000000000000" pitchFamily="49" charset="-128"/>
              <a:cs typeface="Segoe UI" panose="020B0502040204020203" pitchFamily="34" charset="0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D2DC0C1-74DA-649E-3679-FF37DF2E51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22587" y="2595901"/>
            <a:ext cx="959878" cy="1808552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080AE603-F839-BAFF-7FDE-E6F1C9E7AF92}"/>
              </a:ext>
            </a:extLst>
          </p:cNvPr>
          <p:cNvSpPr/>
          <p:nvPr/>
        </p:nvSpPr>
        <p:spPr bwMode="auto">
          <a:xfrm>
            <a:off x="5079893" y="5007532"/>
            <a:ext cx="1894072" cy="412892"/>
          </a:xfrm>
          <a:prstGeom prst="round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ja-JP" b="1" dirty="0">
                <a:solidFill>
                  <a:srgbClr val="92D050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Space Design</a:t>
            </a:r>
            <a:endParaRPr kumimoji="1" lang="ja-JP" altLang="en-US" b="1" dirty="0">
              <a:solidFill>
                <a:srgbClr val="92D050"/>
              </a:solidFill>
              <a:latin typeface="Segoe UI" panose="020B0502040204020203" pitchFamily="34" charset="0"/>
              <a:ea typeface="BIZ UDGothic" panose="020B0400000000000000" pitchFamily="49" charset="-128"/>
              <a:cs typeface="Segoe UI" panose="020B0502040204020203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ED029FE-4D59-9D9E-D5DE-A57E24D4F932}"/>
              </a:ext>
            </a:extLst>
          </p:cNvPr>
          <p:cNvSpPr txBox="1"/>
          <p:nvPr/>
        </p:nvSpPr>
        <p:spPr>
          <a:xfrm>
            <a:off x="2898726" y="5423878"/>
            <a:ext cx="6202171" cy="365829"/>
          </a:xfrm>
          <a:prstGeom prst="rect">
            <a:avLst/>
          </a:prstGeom>
          <a:solidFill>
            <a:srgbClr val="FFFFFF">
              <a:alpha val="79608"/>
            </a:srgbClr>
          </a:solidFill>
        </p:spPr>
        <p:txBody>
          <a:bodyPr wrap="non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" altLang="ja-JP" sz="1400" dirty="0">
                <a:solidFill>
                  <a:schemeClr val="accent6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Spatial designs suitable for plants &amp; robots preserving humans’ comfort</a:t>
            </a:r>
            <a:endParaRPr lang="en-US" altLang="ja-JP" sz="1400" dirty="0">
              <a:solidFill>
                <a:schemeClr val="accent6"/>
              </a:solidFill>
              <a:latin typeface="Segoe UI" panose="020B0502040204020203" pitchFamily="34" charset="0"/>
              <a:ea typeface="BIZ UDGothic" panose="020B0400000000000000" pitchFamily="49" charset="-128"/>
              <a:cs typeface="Segoe UI" panose="020B0502040204020203" pitchFamily="34" charset="0"/>
            </a:endParaRPr>
          </a:p>
        </p:txBody>
      </p:sp>
      <p:sp>
        <p:nvSpPr>
          <p:cNvPr id="4" name="上矢印 3">
            <a:extLst>
              <a:ext uri="{FF2B5EF4-FFF2-40B4-BE49-F238E27FC236}">
                <a16:creationId xmlns:a16="http://schemas.microsoft.com/office/drawing/2014/main" id="{B4B5D82E-7201-BC3B-C6B7-03C1FD3D73D0}"/>
              </a:ext>
            </a:extLst>
          </p:cNvPr>
          <p:cNvSpPr/>
          <p:nvPr/>
        </p:nvSpPr>
        <p:spPr bwMode="auto">
          <a:xfrm rot="5400000" flipH="1">
            <a:off x="4731177" y="2634586"/>
            <a:ext cx="412891" cy="911739"/>
          </a:xfrm>
          <a:prstGeom prst="upArrow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361950" indent="-361950" algn="ctr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l"/>
            </a:pPr>
            <a:endParaRPr kumimoji="1" lang="ja-JP" altLang="en-US" sz="20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5" name="上矢印 4">
            <a:extLst>
              <a:ext uri="{FF2B5EF4-FFF2-40B4-BE49-F238E27FC236}">
                <a16:creationId xmlns:a16="http://schemas.microsoft.com/office/drawing/2014/main" id="{75E5FB1F-6247-5863-093E-158A2020AB16}"/>
              </a:ext>
            </a:extLst>
          </p:cNvPr>
          <p:cNvSpPr/>
          <p:nvPr/>
        </p:nvSpPr>
        <p:spPr bwMode="auto">
          <a:xfrm rot="16200000" flipH="1">
            <a:off x="6860984" y="2634586"/>
            <a:ext cx="412891" cy="911739"/>
          </a:xfrm>
          <a:prstGeom prst="upArrow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361950" indent="-361950" algn="ctr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l"/>
            </a:pPr>
            <a:endParaRPr kumimoji="1" lang="ja-JP" altLang="en-US" sz="20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9604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A83306-13B3-18A2-4B44-73AEC843F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89A0939-65BA-C5A3-94D4-7639C26DE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3508C7-2FE0-4945-9CBD-863E05F850D2}" type="slidenum">
              <a:rPr kumimoji="1" lang="ja-JP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 pitchFamily="50" charset="-128"/>
                <a:ea typeface="メイリオ" pitchFamily="50" charset="-128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メイリオ" pitchFamily="50" charset="-128"/>
              <a:ea typeface="メイリオ" pitchFamily="50" charset="-128"/>
            </a:endParaRPr>
          </a:p>
        </p:txBody>
      </p:sp>
      <p:pic>
        <p:nvPicPr>
          <p:cNvPr id="11" name="図 10" descr="屋内, 天井, 人, 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9E116EE7-E7C4-91E8-908E-67CFF1E23F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090"/>
          <a:stretch>
            <a:fillRect/>
          </a:stretch>
        </p:blipFill>
        <p:spPr>
          <a:xfrm>
            <a:off x="2554565" y="1155451"/>
            <a:ext cx="6890496" cy="4547098"/>
          </a:xfrm>
          <a:prstGeom prst="rect">
            <a:avLst/>
          </a:prstGeom>
        </p:spPr>
      </p:pic>
      <p:sp>
        <p:nvSpPr>
          <p:cNvPr id="24" name="角丸四角形 23">
            <a:extLst>
              <a:ext uri="{FF2B5EF4-FFF2-40B4-BE49-F238E27FC236}">
                <a16:creationId xmlns:a16="http://schemas.microsoft.com/office/drawing/2014/main" id="{4445D618-BF9A-6D86-8644-7EF285045129}"/>
              </a:ext>
            </a:extLst>
          </p:cNvPr>
          <p:cNvSpPr/>
          <p:nvPr/>
        </p:nvSpPr>
        <p:spPr bwMode="auto">
          <a:xfrm>
            <a:off x="5407593" y="1519158"/>
            <a:ext cx="1238673" cy="41289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ja-JP" b="1" dirty="0">
                <a:solidFill>
                  <a:srgbClr val="92D050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Human</a:t>
            </a:r>
            <a:endParaRPr kumimoji="1" lang="ja-JP" altLang="en-US" b="1" dirty="0">
              <a:solidFill>
                <a:srgbClr val="92D050"/>
              </a:solidFill>
              <a:latin typeface="Segoe UI" panose="020B0502040204020203" pitchFamily="34" charset="0"/>
              <a:ea typeface="BIZ UDGothic" panose="020B0400000000000000" pitchFamily="49" charset="-128"/>
              <a:cs typeface="Segoe UI" panose="020B0502040204020203" pitchFamily="34" charset="0"/>
            </a:endParaRPr>
          </a:p>
        </p:txBody>
      </p:sp>
      <p:sp>
        <p:nvSpPr>
          <p:cNvPr id="25" name="角丸四角形 24">
            <a:extLst>
              <a:ext uri="{FF2B5EF4-FFF2-40B4-BE49-F238E27FC236}">
                <a16:creationId xmlns:a16="http://schemas.microsoft.com/office/drawing/2014/main" id="{0FDBAF46-A1E9-2F72-2C31-FB3CB590AB34}"/>
              </a:ext>
            </a:extLst>
          </p:cNvPr>
          <p:cNvSpPr/>
          <p:nvPr/>
        </p:nvSpPr>
        <p:spPr bwMode="auto">
          <a:xfrm>
            <a:off x="3158328" y="2864395"/>
            <a:ext cx="1238673" cy="41289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ja-JP" b="1" dirty="0">
                <a:solidFill>
                  <a:srgbClr val="92D050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Plant</a:t>
            </a:r>
            <a:endParaRPr kumimoji="1" lang="ja-JP" altLang="en-US" b="1" dirty="0">
              <a:solidFill>
                <a:srgbClr val="92D050"/>
              </a:solidFill>
              <a:latin typeface="Segoe UI" panose="020B0502040204020203" pitchFamily="34" charset="0"/>
              <a:ea typeface="BIZ UDGothic" panose="020B0400000000000000" pitchFamily="49" charset="-128"/>
              <a:cs typeface="Segoe UI" panose="020B0502040204020203" pitchFamily="34" charset="0"/>
            </a:endParaRPr>
          </a:p>
        </p:txBody>
      </p:sp>
      <p:sp>
        <p:nvSpPr>
          <p:cNvPr id="26" name="角丸四角形 25">
            <a:extLst>
              <a:ext uri="{FF2B5EF4-FFF2-40B4-BE49-F238E27FC236}">
                <a16:creationId xmlns:a16="http://schemas.microsoft.com/office/drawing/2014/main" id="{7B8736DC-2FE6-01C0-5D87-E4BA8D840613}"/>
              </a:ext>
            </a:extLst>
          </p:cNvPr>
          <p:cNvSpPr/>
          <p:nvPr/>
        </p:nvSpPr>
        <p:spPr bwMode="auto">
          <a:xfrm>
            <a:off x="7652394" y="2864395"/>
            <a:ext cx="1238673" cy="41289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ja-JP" b="1" dirty="0">
                <a:solidFill>
                  <a:srgbClr val="92D050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Robot</a:t>
            </a:r>
            <a:endParaRPr kumimoji="1" lang="ja-JP" altLang="en-US" b="1" dirty="0">
              <a:solidFill>
                <a:srgbClr val="92D050"/>
              </a:solidFill>
              <a:latin typeface="Segoe UI" panose="020B0502040204020203" pitchFamily="34" charset="0"/>
              <a:ea typeface="BIZ UDGothic" panose="020B0400000000000000" pitchFamily="49" charset="-128"/>
              <a:cs typeface="Segoe UI" panose="020B0502040204020203" pitchFamily="34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031524D-3EC7-697F-DFE6-2F896F045056}"/>
              </a:ext>
            </a:extLst>
          </p:cNvPr>
          <p:cNvSpPr txBox="1"/>
          <p:nvPr/>
        </p:nvSpPr>
        <p:spPr>
          <a:xfrm>
            <a:off x="2739916" y="1379259"/>
            <a:ext cx="2552684" cy="696435"/>
          </a:xfrm>
          <a:prstGeom prst="rect">
            <a:avLst/>
          </a:prstGeom>
          <a:solidFill>
            <a:srgbClr val="FFFFFF">
              <a:alpha val="79608"/>
            </a:srgbClr>
          </a:solidFill>
        </p:spPr>
        <p:txBody>
          <a:bodyPr wrap="non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" altLang="ja-JP" sz="1400" dirty="0">
                <a:solidFill>
                  <a:schemeClr val="accent6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Enhancement of humans’</a:t>
            </a:r>
            <a:br>
              <a:rPr lang="en" altLang="ja-JP" sz="1400" dirty="0">
                <a:solidFill>
                  <a:schemeClr val="accent6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</a:br>
            <a:r>
              <a:rPr lang="en" altLang="ja-JP" sz="1400" dirty="0">
                <a:solidFill>
                  <a:schemeClr val="accent6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health &amp; comfort by plants</a:t>
            </a:r>
            <a:endParaRPr lang="en-US" altLang="ja-JP" sz="1400" dirty="0">
              <a:solidFill>
                <a:schemeClr val="accent6"/>
              </a:solidFill>
              <a:latin typeface="Segoe UI" panose="020B0502040204020203" pitchFamily="34" charset="0"/>
              <a:ea typeface="BIZ UDGothic" panose="020B0400000000000000" pitchFamily="49" charset="-128"/>
              <a:cs typeface="Segoe UI" panose="020B0502040204020203" pitchFamily="34" charset="0"/>
            </a:endParaRPr>
          </a:p>
        </p:txBody>
      </p:sp>
      <p:sp>
        <p:nvSpPr>
          <p:cNvPr id="29" name="上矢印 28">
            <a:extLst>
              <a:ext uri="{FF2B5EF4-FFF2-40B4-BE49-F238E27FC236}">
                <a16:creationId xmlns:a16="http://schemas.microsoft.com/office/drawing/2014/main" id="{0599F599-BE1D-1D39-F057-5A92CBC26429}"/>
              </a:ext>
            </a:extLst>
          </p:cNvPr>
          <p:cNvSpPr/>
          <p:nvPr/>
        </p:nvSpPr>
        <p:spPr bwMode="auto">
          <a:xfrm rot="16200000" flipH="1">
            <a:off x="5793368" y="1946039"/>
            <a:ext cx="412891" cy="2911372"/>
          </a:xfrm>
          <a:prstGeom prst="upArrow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361950" indent="-361950" algn="ctr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l"/>
            </a:pPr>
            <a:endParaRPr kumimoji="1" lang="ja-JP" altLang="en-US" sz="20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E56BBF3-D3F8-96A4-D43C-177E6C9F1D7D}"/>
              </a:ext>
            </a:extLst>
          </p:cNvPr>
          <p:cNvSpPr txBox="1"/>
          <p:nvPr/>
        </p:nvSpPr>
        <p:spPr>
          <a:xfrm>
            <a:off x="6761261" y="1384997"/>
            <a:ext cx="2552684" cy="690697"/>
          </a:xfrm>
          <a:prstGeom prst="rect">
            <a:avLst/>
          </a:prstGeom>
          <a:solidFill>
            <a:srgbClr val="FFFFFF">
              <a:alpha val="79608"/>
            </a:srgbClr>
          </a:solidFill>
        </p:spPr>
        <p:txBody>
          <a:bodyPr wrap="non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" altLang="ja-JP" sz="1400" dirty="0">
                <a:solidFill>
                  <a:schemeClr val="accent6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Prediction of human </a:t>
            </a:r>
          </a:p>
          <a:p>
            <a:pPr algn="ctr">
              <a:lnSpc>
                <a:spcPct val="120000"/>
              </a:lnSpc>
            </a:pPr>
            <a:r>
              <a:rPr lang="en" altLang="ja-JP" sz="1400" dirty="0">
                <a:solidFill>
                  <a:schemeClr val="accent6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emotions &amp; comfort</a:t>
            </a:r>
            <a:endParaRPr lang="en-US" altLang="ja-JP" sz="1400" dirty="0">
              <a:solidFill>
                <a:schemeClr val="accent6"/>
              </a:solidFill>
              <a:latin typeface="Segoe UI" panose="020B0502040204020203" pitchFamily="34" charset="0"/>
              <a:ea typeface="BIZ UDGothic" panose="020B0400000000000000" pitchFamily="49" charset="-128"/>
              <a:cs typeface="Segoe UI" panose="020B0502040204020203" pitchFamily="34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49AEA34-B73A-D85C-8E4B-20D99C3AE67C}"/>
              </a:ext>
            </a:extLst>
          </p:cNvPr>
          <p:cNvSpPr txBox="1"/>
          <p:nvPr/>
        </p:nvSpPr>
        <p:spPr>
          <a:xfrm>
            <a:off x="4866094" y="3683117"/>
            <a:ext cx="2321670" cy="662607"/>
          </a:xfrm>
          <a:prstGeom prst="rect">
            <a:avLst/>
          </a:prstGeom>
          <a:solidFill>
            <a:srgbClr val="FFFFFF">
              <a:alpha val="79608"/>
            </a:srgbClr>
          </a:solidFill>
        </p:spPr>
        <p:txBody>
          <a:bodyPr wrap="non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" altLang="ja-JP" sz="1400" dirty="0">
                <a:solidFill>
                  <a:schemeClr val="accent6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Automatic maintenance </a:t>
            </a:r>
          </a:p>
          <a:p>
            <a:pPr algn="ctr">
              <a:lnSpc>
                <a:spcPct val="120000"/>
              </a:lnSpc>
            </a:pPr>
            <a:r>
              <a:rPr lang="en" altLang="ja-JP" sz="1400" dirty="0">
                <a:solidFill>
                  <a:schemeClr val="accent6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of biophilic spaces</a:t>
            </a:r>
            <a:endParaRPr lang="en-US" altLang="ja-JP" sz="1400" dirty="0">
              <a:solidFill>
                <a:schemeClr val="accent6"/>
              </a:solidFill>
              <a:latin typeface="Segoe UI" panose="020B0502040204020203" pitchFamily="34" charset="0"/>
              <a:ea typeface="BIZ UDGothic" panose="020B0400000000000000" pitchFamily="49" charset="-128"/>
              <a:cs typeface="Segoe UI" panose="020B0502040204020203" pitchFamily="34" charset="0"/>
            </a:endParaRPr>
          </a:p>
        </p:txBody>
      </p:sp>
      <p:sp>
        <p:nvSpPr>
          <p:cNvPr id="32" name="上矢印 31">
            <a:extLst>
              <a:ext uri="{FF2B5EF4-FFF2-40B4-BE49-F238E27FC236}">
                <a16:creationId xmlns:a16="http://schemas.microsoft.com/office/drawing/2014/main" id="{3EB6BB44-2B55-479B-AED9-0C316ECE0D3F}"/>
              </a:ext>
            </a:extLst>
          </p:cNvPr>
          <p:cNvSpPr/>
          <p:nvPr/>
        </p:nvSpPr>
        <p:spPr bwMode="auto">
          <a:xfrm rot="18900000" flipH="1">
            <a:off x="6908148" y="2083727"/>
            <a:ext cx="412891" cy="911739"/>
          </a:xfrm>
          <a:prstGeom prst="upArrow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361950" indent="-361950" algn="ctr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l"/>
            </a:pPr>
            <a:endParaRPr kumimoji="1" lang="ja-JP" altLang="en-US" sz="20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45B5130B-F6A4-ABA4-E485-2DEB8279D6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22588" y="1960119"/>
            <a:ext cx="959878" cy="1808552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6" name="上矢印 5">
            <a:extLst>
              <a:ext uri="{FF2B5EF4-FFF2-40B4-BE49-F238E27FC236}">
                <a16:creationId xmlns:a16="http://schemas.microsoft.com/office/drawing/2014/main" id="{3C9FE5A9-F821-B547-0EBC-D55EBE0C4C23}"/>
              </a:ext>
            </a:extLst>
          </p:cNvPr>
          <p:cNvSpPr/>
          <p:nvPr/>
        </p:nvSpPr>
        <p:spPr bwMode="auto">
          <a:xfrm rot="2700000">
            <a:off x="4732820" y="2092964"/>
            <a:ext cx="412891" cy="911739"/>
          </a:xfrm>
          <a:prstGeom prst="upArrow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marL="361950" indent="-361950" algn="ctr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l"/>
            </a:pPr>
            <a:endParaRPr kumimoji="1" lang="ja-JP" altLang="en-US" sz="20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14" name="角丸四角形 13">
            <a:extLst>
              <a:ext uri="{FF2B5EF4-FFF2-40B4-BE49-F238E27FC236}">
                <a16:creationId xmlns:a16="http://schemas.microsoft.com/office/drawing/2014/main" id="{457AF576-AC2D-9E43-0F3E-8728E8F7B9F6}"/>
              </a:ext>
            </a:extLst>
          </p:cNvPr>
          <p:cNvSpPr/>
          <p:nvPr/>
        </p:nvSpPr>
        <p:spPr bwMode="auto">
          <a:xfrm>
            <a:off x="5079894" y="4612254"/>
            <a:ext cx="1894072" cy="412892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altLang="ja-JP" b="1" dirty="0">
                <a:solidFill>
                  <a:srgbClr val="92D050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Space Design</a:t>
            </a:r>
            <a:endParaRPr kumimoji="1" lang="ja-JP" altLang="en-US" b="1" dirty="0">
              <a:solidFill>
                <a:srgbClr val="92D050"/>
              </a:solidFill>
              <a:latin typeface="Segoe UI" panose="020B0502040204020203" pitchFamily="34" charset="0"/>
              <a:ea typeface="BIZ UDGothic" panose="020B0400000000000000" pitchFamily="49" charset="-128"/>
              <a:cs typeface="Segoe UI" panose="020B0502040204020203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DF66540-D07B-D276-83FF-7B5B6DF84342}"/>
              </a:ext>
            </a:extLst>
          </p:cNvPr>
          <p:cNvSpPr txBox="1"/>
          <p:nvPr/>
        </p:nvSpPr>
        <p:spPr>
          <a:xfrm>
            <a:off x="2898727" y="5180933"/>
            <a:ext cx="6202171" cy="365829"/>
          </a:xfrm>
          <a:prstGeom prst="rect">
            <a:avLst/>
          </a:prstGeom>
          <a:solidFill>
            <a:srgbClr val="FFFFFF">
              <a:alpha val="79608"/>
            </a:srgbClr>
          </a:solidFill>
        </p:spPr>
        <p:txBody>
          <a:bodyPr wrap="none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" altLang="ja-JP" sz="1400" dirty="0">
                <a:solidFill>
                  <a:schemeClr val="accent6"/>
                </a:solidFill>
                <a:latin typeface="Segoe UI" panose="020B0502040204020203" pitchFamily="34" charset="0"/>
                <a:ea typeface="BIZ UDGothic" panose="020B0400000000000000" pitchFamily="49" charset="-128"/>
                <a:cs typeface="Segoe UI" panose="020B0502040204020203" pitchFamily="34" charset="0"/>
              </a:rPr>
              <a:t>Spatial designs suitable for plants &amp; robots preserving humans’ comfort</a:t>
            </a:r>
            <a:endParaRPr lang="en-US" altLang="ja-JP" sz="1400" dirty="0">
              <a:solidFill>
                <a:schemeClr val="accent6"/>
              </a:solidFill>
              <a:latin typeface="Segoe UI" panose="020B0502040204020203" pitchFamily="34" charset="0"/>
              <a:ea typeface="BIZ UDGothic" panose="020B0400000000000000" pitchFamily="49" charset="-128"/>
              <a:cs typeface="Segoe UI" panose="020B0502040204020203" pitchFamily="34" charset="0"/>
            </a:endParaRPr>
          </a:p>
        </p:txBody>
      </p:sp>
      <p:sp>
        <p:nvSpPr>
          <p:cNvPr id="19" name="曲折矢印 18">
            <a:extLst>
              <a:ext uri="{FF2B5EF4-FFF2-40B4-BE49-F238E27FC236}">
                <a16:creationId xmlns:a16="http://schemas.microsoft.com/office/drawing/2014/main" id="{1B5F6CE9-5DB9-E1FC-DC61-3FBF700AC0CE}"/>
              </a:ext>
            </a:extLst>
          </p:cNvPr>
          <p:cNvSpPr/>
          <p:nvPr/>
        </p:nvSpPr>
        <p:spPr bwMode="auto">
          <a:xfrm rot="16200000">
            <a:off x="3501337" y="3461601"/>
            <a:ext cx="1497803" cy="1378053"/>
          </a:xfrm>
          <a:prstGeom prst="bentArrow">
            <a:avLst>
              <a:gd name="adj1" fmla="val 13895"/>
              <a:gd name="adj2" fmla="val 14749"/>
              <a:gd name="adj3" fmla="val 15604"/>
              <a:gd name="adj4" fmla="val 4375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361950" indent="-361950" algn="ctr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l"/>
            </a:pPr>
            <a:endParaRPr kumimoji="1" lang="ja-JP" altLang="en-US" sz="20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  <p:sp>
        <p:nvSpPr>
          <p:cNvPr id="20" name="曲折矢印 19">
            <a:extLst>
              <a:ext uri="{FF2B5EF4-FFF2-40B4-BE49-F238E27FC236}">
                <a16:creationId xmlns:a16="http://schemas.microsoft.com/office/drawing/2014/main" id="{399F8147-16DB-E038-7900-B84682801504}"/>
              </a:ext>
            </a:extLst>
          </p:cNvPr>
          <p:cNvSpPr/>
          <p:nvPr/>
        </p:nvSpPr>
        <p:spPr bwMode="auto">
          <a:xfrm rot="5400000" flipH="1">
            <a:off x="7054718" y="3461601"/>
            <a:ext cx="1497803" cy="1378053"/>
          </a:xfrm>
          <a:prstGeom prst="bentArrow">
            <a:avLst>
              <a:gd name="adj1" fmla="val 13895"/>
              <a:gd name="adj2" fmla="val 14749"/>
              <a:gd name="adj3" fmla="val 15604"/>
              <a:gd name="adj4" fmla="val 43750"/>
            </a:avLst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txBody>
          <a:bodyPr wrap="square" lIns="0" tIns="0" rIns="0" bIns="0" rtlCol="0" anchor="ctr">
            <a:spAutoFit/>
          </a:bodyPr>
          <a:lstStyle/>
          <a:p>
            <a:pPr marL="361950" indent="-361950" algn="ctr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Font typeface="Wingdings" pitchFamily="2" charset="2"/>
              <a:buChar char="l"/>
            </a:pPr>
            <a:endParaRPr kumimoji="1" lang="ja-JP" altLang="en-US" sz="2000" dirty="0">
              <a:latin typeface="メイリオ" pitchFamily="50" charset="-128"/>
              <a:ea typeface="メイリオ" pitchFamily="50" charset="-128"/>
              <a:cs typeface="メイリオ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0796661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Design">
  <a:themeElements>
    <a:clrScheme name="PowerPoint Design">
      <a:dk1>
        <a:srgbClr val="4D4D4D"/>
      </a:dk1>
      <a:lt1>
        <a:srgbClr val="FFFFFF"/>
      </a:lt1>
      <a:dk2>
        <a:srgbClr val="0071BC"/>
      </a:dk2>
      <a:lt2>
        <a:srgbClr val="EAEAEA"/>
      </a:lt2>
      <a:accent1>
        <a:srgbClr val="E2F1FA"/>
      </a:accent1>
      <a:accent2>
        <a:srgbClr val="FF5050"/>
      </a:accent2>
      <a:accent3>
        <a:srgbClr val="FFE5E5"/>
      </a:accent3>
      <a:accent4>
        <a:srgbClr val="FFFFFF"/>
      </a:accent4>
      <a:accent5>
        <a:srgbClr val="FFFFFF"/>
      </a:accent5>
      <a:accent6>
        <a:srgbClr val="000000"/>
      </a:accent6>
      <a:hlink>
        <a:srgbClr val="FFFF00"/>
      </a:hlink>
      <a:folHlink>
        <a:srgbClr val="FFFF00"/>
      </a:folHlink>
    </a:clrScheme>
    <a:fontScheme name="メイリオとSegoeUI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round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wrap="square" lIns="0" tIns="0" rIns="0" bIns="0" rtlCol="0" anchor="ctr">
        <a:spAutoFit/>
      </a:bodyPr>
      <a:lstStyle>
        <a:defPPr marL="361950" indent="-361950" algn="ctr">
          <a:lnSpc>
            <a:spcPct val="120000"/>
          </a:lnSpc>
          <a:spcBef>
            <a:spcPts val="1200"/>
          </a:spcBef>
          <a:spcAft>
            <a:spcPts val="600"/>
          </a:spcAft>
          <a:buFont typeface="Wingdings" pitchFamily="2" charset="2"/>
          <a:buChar char="l"/>
          <a:defRPr kumimoji="1" sz="2000" dirty="0" smtClean="0">
            <a:latin typeface="メイリオ" pitchFamily="50" charset="-128"/>
            <a:ea typeface="メイリオ" pitchFamily="50" charset="-128"/>
            <a:cs typeface="メイリオ" pitchFamily="50" charset="-128"/>
          </a:defRPr>
        </a:defPPr>
      </a:lstStyle>
    </a:spDef>
    <a:txDef>
      <a:spPr>
        <a:noFill/>
      </a:spPr>
      <a:bodyPr wrap="none" rtlCol="0" anchor="ctr" anchorCtr="0">
        <a:noAutofit/>
      </a:bodyPr>
      <a:lstStyle>
        <a:defPPr>
          <a:lnSpc>
            <a:spcPct val="120000"/>
          </a:lnSpc>
          <a:defRPr kumimoji="1" sz="2400" dirty="0" smtClean="0">
            <a:solidFill>
              <a:schemeClr val="accent6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997</TotalTime>
  <Words>76</Words>
  <Application>Microsoft Macintosh PowerPoint</Application>
  <PresentationFormat>ワイド画面</PresentationFormat>
  <Paragraphs>21</Paragraphs>
  <Slides>2</Slides>
  <Notes>0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8" baseType="lpstr">
      <vt:lpstr>メイリオ</vt:lpstr>
      <vt:lpstr>游ゴシック</vt:lpstr>
      <vt:lpstr>Arial</vt:lpstr>
      <vt:lpstr>Segoe UI</vt:lpstr>
      <vt:lpstr>Wingdings</vt:lpstr>
      <vt:lpstr>PowerPoint Design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Tanaka Yuichiro</dc:creator>
  <cp:lastModifiedBy>Yuichiro</cp:lastModifiedBy>
  <cp:revision>21</cp:revision>
  <dcterms:created xsi:type="dcterms:W3CDTF">2026-06-20T12:08:53Z</dcterms:created>
  <dcterms:modified xsi:type="dcterms:W3CDTF">2026-07-21T06:12:46Z</dcterms:modified>
</cp:coreProperties>
</file>